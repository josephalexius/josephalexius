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9" r:id="rId3"/>
    <p:sldId id="260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1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2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720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13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14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60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3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9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79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08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85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00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5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4/13/26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4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1" r:id="rId6"/>
    <p:sldLayoutId id="2147483777" r:id="rId7"/>
    <p:sldLayoutId id="2147483778" r:id="rId8"/>
    <p:sldLayoutId id="2147483779" r:id="rId9"/>
    <p:sldLayoutId id="2147483780" r:id="rId10"/>
    <p:sldLayoutId id="214748378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BB887A-DB02-4431-8FDF-F517505C9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E1192-14C2-0098-16F2-B1EE24DF9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4361" y="1584327"/>
            <a:ext cx="7377811" cy="2519714"/>
          </a:xfrm>
        </p:spPr>
        <p:txBody>
          <a:bodyPr>
            <a:noAutofit/>
          </a:bodyPr>
          <a:lstStyle/>
          <a:p>
            <a:r>
              <a:rPr lang="en-US" sz="3600" dirty="0"/>
              <a:t>Investment Questionnaire Tool v2.0</a:t>
            </a:r>
            <a:br>
              <a:rPr lang="en-US" sz="3600" dirty="0"/>
            </a:br>
            <a:endParaRPr lang="en-CA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10709-4E50-5BB2-80B6-041CEB4BD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8718" y="4372719"/>
            <a:ext cx="6294846" cy="2519713"/>
          </a:xfrm>
        </p:spPr>
        <p:txBody>
          <a:bodyPr>
            <a:normAutofit/>
          </a:bodyPr>
          <a:lstStyle/>
          <a:p>
            <a:r>
              <a:rPr lang="en-US" dirty="0"/>
              <a:t>Joseph Alexius </a:t>
            </a:r>
            <a:r>
              <a:rPr lang="en-US" dirty="0" err="1"/>
              <a:t>Tapang</a:t>
            </a:r>
            <a:endParaRPr lang="en-US" dirty="0"/>
          </a:p>
          <a:p>
            <a:r>
              <a:rPr lang="en-US" dirty="0"/>
              <a:t>CST2213 - Business Intelligence Programming and Advanced Concepts</a:t>
            </a:r>
          </a:p>
          <a:p>
            <a:r>
              <a:rPr lang="en-CA" dirty="0"/>
              <a:t>041146039</a:t>
            </a:r>
          </a:p>
        </p:txBody>
      </p:sp>
      <p:pic>
        <p:nvPicPr>
          <p:cNvPr id="18" name="Picture 17" descr="Colored pencils inside a pencil holder which is on top of a wood table">
            <a:extLst>
              <a:ext uri="{FF2B5EF4-FFF2-40B4-BE49-F238E27FC236}">
                <a16:creationId xmlns:a16="http://schemas.microsoft.com/office/drawing/2014/main" id="{61AD307F-19C2-CEB6-B5A6-E96F4141C2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397" r="19" b="-1"/>
          <a:stretch/>
        </p:blipFill>
        <p:spPr>
          <a:xfrm>
            <a:off x="20" y="10"/>
            <a:ext cx="4615112" cy="6857990"/>
          </a:xfrm>
          <a:custGeom>
            <a:avLst/>
            <a:gdLst/>
            <a:ahLst/>
            <a:cxnLst/>
            <a:rect l="l" t="t" r="r" b="b"/>
            <a:pathLst>
              <a:path w="5710652" h="6858000">
                <a:moveTo>
                  <a:pt x="4831301" y="0"/>
                </a:moveTo>
                <a:lnTo>
                  <a:pt x="5696109" y="0"/>
                </a:lnTo>
                <a:lnTo>
                  <a:pt x="5706418" y="42969"/>
                </a:lnTo>
                <a:cubicBezTo>
                  <a:pt x="5714414" y="100391"/>
                  <a:pt x="5711283" y="160329"/>
                  <a:pt x="5695333" y="219852"/>
                </a:cubicBezTo>
                <a:cubicBezTo>
                  <a:pt x="5631536" y="457945"/>
                  <a:pt x="5386806" y="599240"/>
                  <a:pt x="5148712" y="535443"/>
                </a:cubicBezTo>
                <a:cubicBezTo>
                  <a:pt x="4940381" y="479621"/>
                  <a:pt x="4806160" y="285271"/>
                  <a:pt x="4818599" y="78052"/>
                </a:cubicBezTo>
                <a:close/>
                <a:moveTo>
                  <a:pt x="0" y="0"/>
                </a:moveTo>
                <a:lnTo>
                  <a:pt x="545808" y="0"/>
                </a:lnTo>
                <a:lnTo>
                  <a:pt x="4212872" y="0"/>
                </a:lnTo>
                <a:lnTo>
                  <a:pt x="4204748" y="184996"/>
                </a:lnTo>
                <a:cubicBezTo>
                  <a:pt x="4203390" y="263520"/>
                  <a:pt x="4204263" y="341910"/>
                  <a:pt x="4207775" y="419995"/>
                </a:cubicBezTo>
                <a:cubicBezTo>
                  <a:pt x="4220964" y="709488"/>
                  <a:pt x="4449625" y="891535"/>
                  <a:pt x="4655737" y="1068099"/>
                </a:cubicBezTo>
                <a:cubicBezTo>
                  <a:pt x="5169527" y="1508061"/>
                  <a:pt x="5344373" y="2032158"/>
                  <a:pt x="5103604" y="2589405"/>
                </a:cubicBezTo>
                <a:cubicBezTo>
                  <a:pt x="5010230" y="2805523"/>
                  <a:pt x="4828675" y="2993264"/>
                  <a:pt x="4657611" y="3164269"/>
                </a:cubicBezTo>
                <a:cubicBezTo>
                  <a:pt x="4198817" y="3622744"/>
                  <a:pt x="4217616" y="4154456"/>
                  <a:pt x="4499219" y="4641255"/>
                </a:cubicBezTo>
                <a:cubicBezTo>
                  <a:pt x="4699839" y="4986832"/>
                  <a:pt x="4940395" y="5311556"/>
                  <a:pt x="5110950" y="5670858"/>
                </a:cubicBezTo>
                <a:cubicBezTo>
                  <a:pt x="5277001" y="6019042"/>
                  <a:pt x="5375520" y="6366409"/>
                  <a:pt x="5396522" y="6707670"/>
                </a:cubicBezTo>
                <a:lnTo>
                  <a:pt x="539889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70954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1F84-8F22-661E-368E-9E146FE90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2EF47-0E52-95F7-A30B-607530B6D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Brief overview of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Problem statement &amp;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Why this project is important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80860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F88D-D639-3619-09DF-8DDF3C71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2.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ABDF2-A49F-A4CC-8E11-302C51D52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Approach used (Data collection, Tools &amp; Technologies)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Key techniques or frameworks applied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Justification for the chosen methodology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6085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CF2C-5A40-9A26-5979-5BFE81E93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</a:t>
            </a:r>
            <a:r>
              <a:rPr lang="en-CA" dirty="0"/>
              <a:t>Key Findings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61154-A74A-0C5F-B800-96D776324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insights, models, or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Visuals (charts, tables, or graphs)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Interpretation of findings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39666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D19C-07B1-17B2-BBBC-57A02371E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</a:t>
            </a:r>
            <a:r>
              <a:rPr lang="en-CA" dirty="0"/>
              <a:t>Challenges &amp;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04616-9DFE-F326-01FF-56932251C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Major obstacles faced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they were addressed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Key lessons learned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4201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10D8A-73FA-4D9D-F90E-6F47AAFBE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5. Demo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AB0737-AED1-C10A-0CE6-EF89ACEAB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5480456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100</Words>
  <Application>Microsoft Macintosh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Avenir Next LT Pro</vt:lpstr>
      <vt:lpstr>Posterama</vt:lpstr>
      <vt:lpstr>SplashVTI</vt:lpstr>
      <vt:lpstr>Investment Questionnaire Tool v2.0 </vt:lpstr>
      <vt:lpstr>1. Introduction</vt:lpstr>
      <vt:lpstr>2. Methodology</vt:lpstr>
      <vt:lpstr>3. Key Findings &amp; Analysis</vt:lpstr>
      <vt:lpstr>4. Challenges &amp; Solutions</vt:lpstr>
      <vt:lpstr>5.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the project</dc:title>
  <dc:creator>Siju Philip</dc:creator>
  <cp:lastModifiedBy>Microsoft Office User</cp:lastModifiedBy>
  <cp:revision>6</cp:revision>
  <dcterms:created xsi:type="dcterms:W3CDTF">2023-10-31T05:50:05Z</dcterms:created>
  <dcterms:modified xsi:type="dcterms:W3CDTF">2026-04-14T01:38:59Z</dcterms:modified>
</cp:coreProperties>
</file>